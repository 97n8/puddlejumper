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1"/>
  </p:normalViewPr>
  <p:slideViewPr>
    <p:cSldViewPr snapToGrid="0">
      <p:cViewPr varScale="1">
        <p:scale>
          <a:sx n="96" d="100"/>
          <a:sy n="96" d="100"/>
        </p:scale>
        <p:origin x="17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7ABA6-40D7-1F4D-B83D-0215F3A9F66E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82B00-700C-7643-A022-A7DD52A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1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A82B00-700C-7643-A022-A7DD52AB99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3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1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3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7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3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2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6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0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7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1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9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245070C-B3CC-40C7-9723-CAEF1CFE71A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C0B0A50-F285-4357-9012-1BAA07437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84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8260EC-B49C-2FB2-4D66-2B8B24503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3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49EEB-3E0C-8E62-2190-EDC1950D5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77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84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6706</TotalTime>
  <Words>1</Words>
  <Application>Microsoft Macintosh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Ismael Rodriguez</dc:creator>
  <cp:lastModifiedBy>Vincent Tizio</cp:lastModifiedBy>
  <cp:revision>3</cp:revision>
  <dcterms:created xsi:type="dcterms:W3CDTF">2026-04-06T22:26:39Z</dcterms:created>
  <dcterms:modified xsi:type="dcterms:W3CDTF">2026-04-20T18:16:58Z</dcterms:modified>
</cp:coreProperties>
</file>